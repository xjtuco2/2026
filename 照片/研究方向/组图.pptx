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A57A0-39B2-4B52-B99F-6C4B184480B4}" v="23" dt="2026-02-25T07:33:17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, Jilin [Student]" userId="975a275d-9365-408e-a777-4d42cff5cd6d" providerId="ADAL" clId="{502A57A0-39B2-4B52-B99F-6C4B184480B4}"/>
    <pc:docChg chg="undo custSel addSld delSld modSld">
      <pc:chgData name="REN, Jilin [Student]" userId="975a275d-9365-408e-a777-4d42cff5cd6d" providerId="ADAL" clId="{502A57A0-39B2-4B52-B99F-6C4B184480B4}" dt="2026-02-25T08:51:17.733" v="180" actId="732"/>
      <pc:docMkLst>
        <pc:docMk/>
      </pc:docMkLst>
      <pc:sldChg chg="addSp delSp modSp new mod">
        <pc:chgData name="REN, Jilin [Student]" userId="975a275d-9365-408e-a777-4d42cff5cd6d" providerId="ADAL" clId="{502A57A0-39B2-4B52-B99F-6C4B184480B4}" dt="2026-02-25T07:18:14.740" v="166" actId="1076"/>
        <pc:sldMkLst>
          <pc:docMk/>
          <pc:sldMk cId="664168081" sldId="256"/>
        </pc:sldMkLst>
        <pc:spChg chg="del">
          <ac:chgData name="REN, Jilin [Student]" userId="975a275d-9365-408e-a777-4d42cff5cd6d" providerId="ADAL" clId="{502A57A0-39B2-4B52-B99F-6C4B184480B4}" dt="2026-01-28T12:37:30.277" v="1" actId="478"/>
          <ac:spMkLst>
            <pc:docMk/>
            <pc:sldMk cId="664168081" sldId="256"/>
            <ac:spMk id="2" creationId="{1452AF51-47B9-D22D-CFA5-A0EB4B03C7F6}"/>
          </ac:spMkLst>
        </pc:spChg>
        <pc:spChg chg="del">
          <ac:chgData name="REN, Jilin [Student]" userId="975a275d-9365-408e-a777-4d42cff5cd6d" providerId="ADAL" clId="{502A57A0-39B2-4B52-B99F-6C4B184480B4}" dt="2026-01-28T12:37:30.277" v="1" actId="478"/>
          <ac:spMkLst>
            <pc:docMk/>
            <pc:sldMk cId="664168081" sldId="256"/>
            <ac:spMk id="3" creationId="{B8C091F5-91C5-DD59-DE9F-D7B45307C045}"/>
          </ac:spMkLst>
        </pc:spChg>
        <pc:grpChg chg="add mod">
          <ac:chgData name="REN, Jilin [Student]" userId="975a275d-9365-408e-a777-4d42cff5cd6d" providerId="ADAL" clId="{502A57A0-39B2-4B52-B99F-6C4B184480B4}" dt="2026-02-23T14:07:22.055" v="86" actId="1076"/>
          <ac:grpSpMkLst>
            <pc:docMk/>
            <pc:sldMk cId="664168081" sldId="256"/>
            <ac:grpSpMk id="10" creationId="{6BFE9628-5E97-27C8-D8CB-960980C71984}"/>
          </ac:grpSpMkLst>
        </pc:grpChg>
        <pc:graphicFrameChg chg="add del mod">
          <ac:chgData name="REN, Jilin [Student]" userId="975a275d-9365-408e-a777-4d42cff5cd6d" providerId="ADAL" clId="{502A57A0-39B2-4B52-B99F-6C4B184480B4}" dt="2026-02-25T07:18:13.690" v="162"/>
          <ac:graphicFrameMkLst>
            <pc:docMk/>
            <pc:sldMk cId="664168081" sldId="256"/>
            <ac:graphicFrameMk id="2" creationId="{5E26B153-60F1-3CE9-83E9-6896C11090C5}"/>
          </ac:graphicFrameMkLst>
        </pc:graphicFrameChg>
        <pc:graphicFrameChg chg="add del mod">
          <ac:chgData name="REN, Jilin [Student]" userId="975a275d-9365-408e-a777-4d42cff5cd6d" providerId="ADAL" clId="{502A57A0-39B2-4B52-B99F-6C4B184480B4}" dt="2026-02-23T16:41:05.822" v="140"/>
          <ac:graphicFrameMkLst>
            <pc:docMk/>
            <pc:sldMk cId="664168081" sldId="256"/>
            <ac:graphicFrameMk id="2" creationId="{7B1A7918-701D-43B7-0423-0CF6DBD05021}"/>
          </ac:graphicFrameMkLst>
        </pc:graphicFrameChg>
        <pc:graphicFrameChg chg="add del mod">
          <ac:chgData name="REN, Jilin [Student]" userId="975a275d-9365-408e-a777-4d42cff5cd6d" providerId="ADAL" clId="{502A57A0-39B2-4B52-B99F-6C4B184480B4}" dt="2026-02-23T15:47:13.146" v="134"/>
          <ac:graphicFrameMkLst>
            <pc:docMk/>
            <pc:sldMk cId="664168081" sldId="256"/>
            <ac:graphicFrameMk id="4" creationId="{734D7928-EAFE-0C7F-90FB-47D65F456943}"/>
          </ac:graphicFrameMkLst>
        </pc:graphicFrameChg>
        <pc:graphicFrameChg chg="add del mod">
          <ac:chgData name="REN, Jilin [Student]" userId="975a275d-9365-408e-a777-4d42cff5cd6d" providerId="ADAL" clId="{502A57A0-39B2-4B52-B99F-6C4B184480B4}" dt="2026-01-28T12:37:33.476" v="4"/>
          <ac:graphicFrameMkLst>
            <pc:docMk/>
            <pc:sldMk cId="664168081" sldId="256"/>
            <ac:graphicFrameMk id="4" creationId="{AA88FE08-9ADE-EB9A-2174-5EFD55529159}"/>
          </ac:graphicFrameMkLst>
        </pc:graphicFrameChg>
        <pc:picChg chg="add del mod">
          <ac:chgData name="REN, Jilin [Student]" userId="975a275d-9365-408e-a777-4d42cff5cd6d" providerId="ADAL" clId="{502A57A0-39B2-4B52-B99F-6C4B184480B4}" dt="2026-02-23T14:13:27.967" v="112" actId="478"/>
          <ac:picMkLst>
            <pc:docMk/>
            <pc:sldMk cId="664168081" sldId="256"/>
            <ac:picMk id="2" creationId="{0D292360-62EC-3D2D-D89D-2617A44BB24D}"/>
          </ac:picMkLst>
        </pc:picChg>
        <pc:picChg chg="add mod">
          <ac:chgData name="REN, Jilin [Student]" userId="975a275d-9365-408e-a777-4d42cff5cd6d" providerId="ADAL" clId="{502A57A0-39B2-4B52-B99F-6C4B184480B4}" dt="2026-02-23T14:17:27.028" v="128" actId="14100"/>
          <ac:picMkLst>
            <pc:docMk/>
            <pc:sldMk cId="664168081" sldId="256"/>
            <ac:picMk id="3" creationId="{2207030C-7FA7-5AD4-8780-678F6EA21388}"/>
          </ac:picMkLst>
        </pc:picChg>
        <pc:picChg chg="add del mod">
          <ac:chgData name="REN, Jilin [Student]" userId="975a275d-9365-408e-a777-4d42cff5cd6d" providerId="ADAL" clId="{502A57A0-39B2-4B52-B99F-6C4B184480B4}" dt="2026-02-25T07:18:11.734" v="158" actId="478"/>
          <ac:picMkLst>
            <pc:docMk/>
            <pc:sldMk cId="664168081" sldId="256"/>
            <ac:picMk id="5" creationId="{E72DAEAD-B140-FE0E-9ACE-81F0F287100D}"/>
          </ac:picMkLst>
        </pc:picChg>
        <pc:picChg chg="add mod">
          <ac:chgData name="REN, Jilin [Student]" userId="975a275d-9365-408e-a777-4d42cff5cd6d" providerId="ADAL" clId="{502A57A0-39B2-4B52-B99F-6C4B184480B4}" dt="2026-01-28T12:39:02.397" v="78" actId="1076"/>
          <ac:picMkLst>
            <pc:docMk/>
            <pc:sldMk cId="664168081" sldId="256"/>
            <ac:picMk id="6" creationId="{49DB9511-643B-6578-88CA-751A01B0E3DD}"/>
          </ac:picMkLst>
        </pc:picChg>
        <pc:picChg chg="add mod ord">
          <ac:chgData name="REN, Jilin [Student]" userId="975a275d-9365-408e-a777-4d42cff5cd6d" providerId="ADAL" clId="{502A57A0-39B2-4B52-B99F-6C4B184480B4}" dt="2026-01-28T12:39:05.806" v="79" actId="1076"/>
          <ac:picMkLst>
            <pc:docMk/>
            <pc:sldMk cId="664168081" sldId="256"/>
            <ac:picMk id="7" creationId="{4D736EF5-C057-BD34-8C5B-CE1E8C3258F8}"/>
          </ac:picMkLst>
        </pc:picChg>
        <pc:picChg chg="add mod">
          <ac:chgData name="REN, Jilin [Student]" userId="975a275d-9365-408e-a777-4d42cff5cd6d" providerId="ADAL" clId="{502A57A0-39B2-4B52-B99F-6C4B184480B4}" dt="2026-01-28T12:39:14.524" v="81" actId="1076"/>
          <ac:picMkLst>
            <pc:docMk/>
            <pc:sldMk cId="664168081" sldId="256"/>
            <ac:picMk id="8" creationId="{084748AF-5ADB-A1F5-6C31-33C18BB0CD3C}"/>
          </ac:picMkLst>
        </pc:picChg>
        <pc:picChg chg="add mod ord">
          <ac:chgData name="REN, Jilin [Student]" userId="975a275d-9365-408e-a777-4d42cff5cd6d" providerId="ADAL" clId="{502A57A0-39B2-4B52-B99F-6C4B184480B4}" dt="2026-01-28T12:39:07.887" v="80" actId="1076"/>
          <ac:picMkLst>
            <pc:docMk/>
            <pc:sldMk cId="664168081" sldId="256"/>
            <ac:picMk id="9" creationId="{2756EDF1-DEF3-FDD9-67D8-6AFAFAC62DC2}"/>
          </ac:picMkLst>
        </pc:picChg>
        <pc:picChg chg="add mod">
          <ac:chgData name="REN, Jilin [Student]" userId="975a275d-9365-408e-a777-4d42cff5cd6d" providerId="ADAL" clId="{502A57A0-39B2-4B52-B99F-6C4B184480B4}" dt="2026-02-25T07:18:12.703" v="159" actId="1076"/>
          <ac:picMkLst>
            <pc:docMk/>
            <pc:sldMk cId="664168081" sldId="256"/>
            <ac:picMk id="11" creationId="{3175F3D5-FD04-C2D2-823B-F1BD3AD67A21}"/>
          </ac:picMkLst>
        </pc:picChg>
        <pc:picChg chg="add mod">
          <ac:chgData name="REN, Jilin [Student]" userId="975a275d-9365-408e-a777-4d42cff5cd6d" providerId="ADAL" clId="{502A57A0-39B2-4B52-B99F-6C4B184480B4}" dt="2026-02-25T07:18:14.740" v="166" actId="1076"/>
          <ac:picMkLst>
            <pc:docMk/>
            <pc:sldMk cId="664168081" sldId="256"/>
            <ac:picMk id="12" creationId="{8778D05A-759A-284D-3ACC-30E8304E4669}"/>
          </ac:picMkLst>
        </pc:picChg>
      </pc:sldChg>
      <pc:sldChg chg="addSp delSp modSp new mod">
        <pc:chgData name="REN, Jilin [Student]" userId="975a275d-9365-408e-a777-4d42cff5cd6d" providerId="ADAL" clId="{502A57A0-39B2-4B52-B99F-6C4B184480B4}" dt="2026-02-25T08:51:17.733" v="180" actId="732"/>
        <pc:sldMkLst>
          <pc:docMk/>
          <pc:sldMk cId="202529595" sldId="257"/>
        </pc:sldMkLst>
        <pc:spChg chg="del">
          <ac:chgData name="REN, Jilin [Student]" userId="975a275d-9365-408e-a777-4d42cff5cd6d" providerId="ADAL" clId="{502A57A0-39B2-4B52-B99F-6C4B184480B4}" dt="2026-02-25T07:32:49.381" v="168" actId="478"/>
          <ac:spMkLst>
            <pc:docMk/>
            <pc:sldMk cId="202529595" sldId="257"/>
            <ac:spMk id="2" creationId="{94F3E548-0E77-2A9B-31DF-FA9CF4B67E0E}"/>
          </ac:spMkLst>
        </pc:spChg>
        <pc:spChg chg="del">
          <ac:chgData name="REN, Jilin [Student]" userId="975a275d-9365-408e-a777-4d42cff5cd6d" providerId="ADAL" clId="{502A57A0-39B2-4B52-B99F-6C4B184480B4}" dt="2026-02-25T07:32:49.381" v="168" actId="478"/>
          <ac:spMkLst>
            <pc:docMk/>
            <pc:sldMk cId="202529595" sldId="257"/>
            <ac:spMk id="3" creationId="{BD82AA98-5F37-C4DB-1741-BCD02438A085}"/>
          </ac:spMkLst>
        </pc:spChg>
        <pc:grpChg chg="add mod">
          <ac:chgData name="REN, Jilin [Student]" userId="975a275d-9365-408e-a777-4d42cff5cd6d" providerId="ADAL" clId="{502A57A0-39B2-4B52-B99F-6C4B184480B4}" dt="2026-02-25T07:33:35.706" v="179" actId="1076"/>
          <ac:grpSpMkLst>
            <pc:docMk/>
            <pc:sldMk cId="202529595" sldId="257"/>
            <ac:grpSpMk id="6" creationId="{8EDBB2AA-CAF1-9C31-A6BE-802E27976736}"/>
          </ac:grpSpMkLst>
        </pc:grpChg>
        <pc:picChg chg="add mod modCrop">
          <ac:chgData name="REN, Jilin [Student]" userId="975a275d-9365-408e-a777-4d42cff5cd6d" providerId="ADAL" clId="{502A57A0-39B2-4B52-B99F-6C4B184480B4}" dt="2026-02-25T08:51:17.733" v="180" actId="732"/>
          <ac:picMkLst>
            <pc:docMk/>
            <pc:sldMk cId="202529595" sldId="257"/>
            <ac:picMk id="4" creationId="{7BF19370-8256-288A-51AF-E1307B5A9B29}"/>
          </ac:picMkLst>
        </pc:picChg>
        <pc:picChg chg="add mod">
          <ac:chgData name="REN, Jilin [Student]" userId="975a275d-9365-408e-a777-4d42cff5cd6d" providerId="ADAL" clId="{502A57A0-39B2-4B52-B99F-6C4B184480B4}" dt="2026-02-25T07:33:17.147" v="175" actId="164"/>
          <ac:picMkLst>
            <pc:docMk/>
            <pc:sldMk cId="202529595" sldId="257"/>
            <ac:picMk id="5" creationId="{CBD4EB33-751E-EF7F-B106-46299E2FEEAB}"/>
          </ac:picMkLst>
        </pc:picChg>
      </pc:sldChg>
      <pc:sldChg chg="add del">
        <pc:chgData name="REN, Jilin [Student]" userId="975a275d-9365-408e-a777-4d42cff5cd6d" providerId="ADAL" clId="{502A57A0-39B2-4B52-B99F-6C4B184480B4}" dt="2026-02-23T15:47:13.146" v="134"/>
        <pc:sldMkLst>
          <pc:docMk/>
          <pc:sldMk cId="3604869132" sldId="6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E81BF-4081-4AFF-9873-192DDF640FB6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2BFAF-EF5D-48D6-9258-77C87A0B5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13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092B2-F954-4CB6-C72B-8985207D9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2B1D70-0199-74FF-DCC4-0D1FC4975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06D26-C959-5E1E-23A8-8F468F59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3B450-DA49-AEF5-68D4-ACE1A02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A4BAE-602C-C961-FD60-2828F214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03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6EEDE-A42B-4AE6-2AEC-58B2B827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23230-2E88-CED2-0028-C522CD905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07E00-2175-FA2D-340D-129F8FC8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496A7E-C22A-808D-7032-90FD005E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D026B-6791-6D4D-1841-21EC1369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24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6ED5D-B012-D4CB-8428-E0B983BB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3F0CD-85F7-48B0-5701-BB2072467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BF242-3C1D-DA73-BBDA-389379FE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C6F9E8-FD45-874E-A6F9-42EEEFA7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D919B9-0DCF-6421-6201-450EEB08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FCBF9-F9F2-2038-5835-723116F9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57A27-AC69-DE21-0EFA-3A218DC55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5CA180-CDB3-1003-1A72-2A89F03FF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91943E-2FB3-64CD-A405-06249347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E3C1CA-8343-F34F-0752-D8CB8090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D826B8-26E7-58BE-EE58-B5CFDE26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9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99AE3-3D4B-F8D6-5A08-2E945ECB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EEA6A5-50C2-79D3-6212-E011CF1C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2FE099-B326-0C52-A284-5A27997C8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58705D-7D0B-0A38-337C-46E9F7CAC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1E9D77-6780-D188-9CA6-39748E0AE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72E660-3ADB-6B25-E1F6-B01649EC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61DADC-B32E-9604-D336-F5EB53F3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A16C51-4619-7F0B-EC96-97CBAC2A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69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CD8B8-308F-7CBC-9CD5-D0075387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7B0474-59B5-A6F6-9B64-A041D4F4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170E6F-73EA-4D02-A5F9-A36FBF58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AB6B0B-8A56-6E62-AD4C-AA607BD1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0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07A898-6FCE-FF7A-D80B-9EC910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774307-565E-EDDB-8C44-5B32E4C2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A697B4-C532-43A2-D772-2E358B47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01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9122B-91DE-A623-94E6-70C9203D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7B7DDD-A15C-64A4-8186-8F7E4FD8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A69958-2554-5F45-9545-4CFF2A7AC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0F574E-5777-5A44-EB2E-D8CFED63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EB4B4E-FB69-55C6-E759-736340CB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1B9DA6-8511-EA6B-821F-2868131F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97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F3A4C-7E8C-8A49-15A6-3E7D6FC5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6839F8-17C9-571D-32F0-297C7F6A2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EC0C8E-3C1A-7D09-9395-0BCB62900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25BE1-33A9-0807-0FE3-DBDAA39A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E03725-3667-7FC6-09C0-57C1ED7B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80BACF-AF59-8D24-9F15-CE0DEA52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4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2BBDF-06F1-1FD5-5F7F-20C44EBC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397C7C-C0AD-6F2B-D28E-239845967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6A7975-B0AA-8245-7B08-1F0D8B7C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1EE34-98F8-1A34-8C17-7A3CEB5B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B0F1D-2F73-EDA0-71C3-E52F24BB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46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DC0150-238C-FFD8-1FAB-015D9F8F1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F6DBA1-E6CA-31BB-7027-7F7D5F78D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7C2EA-1834-555B-7C39-AFFEB8D8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806EAF-94BE-EA00-B1FE-DF83FC8B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CDA97-727C-6819-262B-49430BEB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09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05F9E6-6E44-14F8-4D71-4ACF651E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0A8BC8-AA9F-A669-5B15-4D5291169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4620DA-7F51-3187-81CD-0BDF92B1D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93EF3-4CB0-4F91-9979-2CFBB49507D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34962B-8101-3948-D2F6-9144AC78A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5A53D3-F1D1-B054-86FB-3D0CDACB3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3BE47-49A7-4C99-9E60-C1DE7E1DA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08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网站&#10;&#10;描述已自动生成">
            <a:extLst>
              <a:ext uri="{FF2B5EF4-FFF2-40B4-BE49-F238E27FC236}">
                <a16:creationId xmlns:a16="http://schemas.microsoft.com/office/drawing/2014/main" id="{49DB9511-643B-6578-88CA-751A01B0E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3700" cy="338051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BFE9628-5E97-27C8-D8CB-960980C71984}"/>
              </a:ext>
            </a:extLst>
          </p:cNvPr>
          <p:cNvGrpSpPr/>
          <p:nvPr/>
        </p:nvGrpSpPr>
        <p:grpSpPr>
          <a:xfrm>
            <a:off x="6686366" y="0"/>
            <a:ext cx="3963700" cy="3429000"/>
            <a:chOff x="4271646" y="610005"/>
            <a:chExt cx="7786600" cy="566067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D736EF5-C057-BD34-8C5B-CE1E8C325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1646" y="610005"/>
              <a:ext cx="5274310" cy="27705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756EDF1-DEF3-FDD9-67D8-6AFAFAC62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1646" y="3796086"/>
              <a:ext cx="5274310" cy="2474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84748AF-5ADB-A1F5-6C31-33C18BB0C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3936" y="2238606"/>
              <a:ext cx="5274310" cy="26993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207030C-7FA7-5AD4-8780-678F6EA2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185058"/>
            <a:ext cx="3963700" cy="3178921"/>
          </a:xfrm>
          <a:prstGeom prst="rect">
            <a:avLst/>
          </a:prstGeom>
        </p:spPr>
      </p:pic>
      <p:pic>
        <p:nvPicPr>
          <p:cNvPr id="11" name="图片 10" descr="图片包含 应用程序&#10;&#10;描述已自动生成">
            <a:extLst>
              <a:ext uri="{FF2B5EF4-FFF2-40B4-BE49-F238E27FC236}">
                <a16:creationId xmlns:a16="http://schemas.microsoft.com/office/drawing/2014/main" id="{3175F3D5-FD04-C2D2-823B-F1BD3AD67A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327" y="-54057"/>
            <a:ext cx="8119673" cy="3239115"/>
          </a:xfrm>
          <a:prstGeom prst="rect">
            <a:avLst/>
          </a:prstGeom>
        </p:spPr>
      </p:pic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8778D05A-759A-284D-3ACC-30E8304E46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59" y="3153199"/>
            <a:ext cx="5766489" cy="33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6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EDBB2AA-CAF1-9C31-A6BE-802E27976736}"/>
              </a:ext>
            </a:extLst>
          </p:cNvPr>
          <p:cNvGrpSpPr/>
          <p:nvPr/>
        </p:nvGrpSpPr>
        <p:grpSpPr>
          <a:xfrm>
            <a:off x="1301026" y="1018728"/>
            <a:ext cx="7124956" cy="3301807"/>
            <a:chOff x="0" y="705745"/>
            <a:chExt cx="7124956" cy="330180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BF19370-8256-288A-51AF-E1307B5A9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7582"/>
            <a:stretch/>
          </p:blipFill>
          <p:spPr>
            <a:xfrm>
              <a:off x="0" y="705745"/>
              <a:ext cx="7124956" cy="330180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BD4EB33-751E-EF7F-B106-46299E2FE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347" y="2654344"/>
              <a:ext cx="736885" cy="500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52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REN, Jilin [Student]</dc:creator>
  <cp:lastModifiedBy>REN, Jilin [Student]</cp:lastModifiedBy>
  <cp:revision>1</cp:revision>
  <dcterms:created xsi:type="dcterms:W3CDTF">2026-01-28T12:37:26Z</dcterms:created>
  <dcterms:modified xsi:type="dcterms:W3CDTF">2026-02-25T08:51:27Z</dcterms:modified>
</cp:coreProperties>
</file>